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Subsidy Reform &amp; Tenant Ownership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Update | February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Policy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NYC faces a persistent housing crisis despite $3B+ in subsidies.</a:t>
            </a:r>
          </a:p>
          <a:p>
            <a:r>
              <a:t>• Rental subsidies trap tenants in dependency cycles without wealth-building opportunities.</a:t>
            </a:r>
          </a:p>
          <a:p>
            <a:r>
              <a:t>• The proposal transitions subsidies into pathways for ownership through co-ops, CLTs, and shared equity models.</a:t>
            </a:r>
          </a:p>
          <a:p>
            <a:r>
              <a:t>- Uncollected landlord fines amount to millions, draining public funds.</a:t>
            </a:r>
          </a:p>
          <a:p>
            <a:r>
              <a:t>- Proper enforcement could help fund tenant ownership without increasing subsidies.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Over-reliance on rental subsidies without ownership options.</a:t>
            </a:r>
          </a:p>
          <a:p>
            <a:r>
              <a:t>• Housing court abuse by landlords causing instability.</a:t>
            </a:r>
          </a:p>
          <a:p>
            <a:r>
              <a:t>• Thousands of vacant rent-stabilized units warehoused.</a:t>
            </a:r>
          </a:p>
          <a:p>
            <a:r>
              <a:t>• Lack of financial mechanisms for tenants to collectively purchase buildings.</a:t>
            </a:r>
          </a:p>
          <a:p>
            <a:r>
              <a:t>- NYC fails to collect millions in housing violation fines, further increasing financial strain.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Solutions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Right of First Refusal for Tenants.</a:t>
            </a:r>
          </a:p>
          <a:p>
            <a:r>
              <a:t>• Convert rental subsidies into homeownership support.</a:t>
            </a:r>
          </a:p>
          <a:p>
            <a:r>
              <a:t>• Pool tenant incentives &amp; down payment assistance.</a:t>
            </a:r>
          </a:p>
          <a:p>
            <a:r>
              <a:t>• Increase Community Land Trusts &amp; Limited Equity Co-ops.</a:t>
            </a:r>
          </a:p>
          <a:p>
            <a:r>
              <a:t>• Use NYC-backed financing to facilitate tenant buyouts.</a:t>
            </a:r>
          </a:p>
          <a:p>
            <a:r>
              <a:t>- Redirect collected fines toward tenant ownership programs instead of landlords profiting off subsidies.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&amp; Advocacy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Actively advocating with:</a:t>
            </a:r>
          </a:p>
          <a:p>
            <a:r>
              <a:t>   - Cooper Square Committee</a:t>
            </a:r>
          </a:p>
          <a:p>
            <a:r>
              <a:t>   - DHCR’s Tenant Protection Unit</a:t>
            </a:r>
          </a:p>
          <a:p>
            <a:r>
              <a:t>   - Manhattan DA Briggs</a:t>
            </a:r>
          </a:p>
          <a:p>
            <a:r>
              <a:t>   - NYC Council Member Carlina Rivera</a:t>
            </a:r>
          </a:p>
          <a:p>
            <a:r>
              <a:t>• Interviewed by NYC Public Advocate on landlord accountability.</a:t>
            </a:r>
          </a:p>
          <a:p>
            <a:r>
              <a:t>• Scheduled meeting with NYC Council Member Eric Botcher for policy mentorship.</a:t>
            </a:r>
          </a:p>
          <a:p>
            <a:r>
              <a:t>• Investigating corruption linked to NYC's Top 100 Worst Landlords.</a:t>
            </a:r>
          </a:p>
          <a:p>
            <a:r>
              <a:t>- Advocating for AG Letitia James' office to enforce violation collection and allocate funds to community reinvestment.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Federal Engagement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Presenting policy reform to U.S. Senator Kirsten Gillibrand.</a:t>
            </a:r>
          </a:p>
          <a:p>
            <a:r>
              <a:t>• Assessing where federal funding realignment is needed.</a:t>
            </a:r>
          </a:p>
          <a:p>
            <a:r>
              <a:t>• Identifying legislative &amp; administrative changes for HCV &amp; subsidy allocation.</a:t>
            </a:r>
          </a:p>
          <a:p>
            <a:r>
              <a:t>• Refining policy with stakeholders before final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of NYC Housing Fund Misallocation</a:t>
            </a:r>
          </a:p>
        </p:txBody>
      </p:sp>
      <p:pic>
        <p:nvPicPr>
          <p:cNvPr id="3" name="Picture 2" descr="NYC_Housing_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28521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Economic Development Impact of Housing Reform</a:t>
            </a:r>
          </a:p>
        </p:txBody>
      </p:sp>
      <p:pic>
        <p:nvPicPr>
          <p:cNvPr id="3" name="Picture 2" descr="NYC_Economic_Develo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8517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Furman Center. (2023). *State of Homeowners and Their Homes.* Retrieved from https://furmancenter.org</a:t>
            </a:r>
          </a:p>
          <a:p>
            <a:r>
              <a:t>- Rand Corporation. (2007). *Mitchell-Lama Housing Program Costs and Benefits.* Retrieved from https://www.rand.org/content/dam/rand/pubs/reports/2007/R610.pdf</a:t>
            </a:r>
          </a:p>
          <a:p>
            <a:r>
              <a:t>- NYC Comptroller. (2023). *The Racial Wealth Gap in New York City.* Retrieved from https://comptroller.nyc.gov/reports/the-racial-wealth-gap-in-new-york</a:t>
            </a:r>
          </a:p>
          <a:p>
            <a:r>
              <a:t>- ABC7NY. (2024). *Homeownership Rates by Race in NYC.* Retrieved from https://abc7ny.com/home-ownership-white-black-asian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