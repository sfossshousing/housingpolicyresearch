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Tenant Co-op Acquisition Program (TCAP)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NYC Housing Subsidy Reform</a:t>
            </a:r>
          </a:p>
          <a:p>
            <a:r>
              <a:t>June 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TCAP?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TCAP transitions NYC housing subsidies from rental payments to cooperative ownership.</a:t>
            </a:r>
          </a:p>
          <a:p/>
          <a:p>
            <a:r>
              <a:t>Using the Public Equity Transfer Framework (PETF), existing vouchers become equity instruments.</a:t>
            </a:r>
          </a:p>
          <a:p/>
          <a:p>
            <a:r>
              <a:t>Goal: Empower tenants in distressed housing to co-own their buildings and build generational wealth.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Convert rental subsidies into equity tools</a:t>
            </a:r>
          </a:p>
          <a:p>
            <a:r>
              <a:t>- Co-op conversion of distressed buildings</a:t>
            </a:r>
          </a:p>
          <a:p>
            <a:r>
              <a:t>- Wealth-building for excluded communities</a:t>
            </a:r>
          </a:p>
          <a:p>
            <a:r>
              <a:t>- Reduce evictions and housing court backlog</a:t>
            </a:r>
          </a:p>
          <a:p>
            <a:r>
              <a:t>- Public oversight via PETF interagency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Benefits?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Tenants in high-violation or neglected buildings</a:t>
            </a:r>
          </a:p>
          <a:p>
            <a:r>
              <a:t>- Section 8, CityFHEPS, HASA, and FHEPS users</a:t>
            </a:r>
          </a:p>
          <a:p>
            <a:r>
              <a:t>- Families under 80% Area Median Income (AMI)</a:t>
            </a:r>
          </a:p>
          <a:p>
            <a:r>
              <a:t>- Buildings on NYC’s Top 100 Worst Landlords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Timeline: From Bill to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2025 – TCAP Legislation Passed</a:t>
            </a:r>
          </a:p>
          <a:p>
            <a:r>
              <a:t>Q4 2025 – PETF Oversight Board Formed</a:t>
            </a:r>
          </a:p>
          <a:p>
            <a:r>
              <a:t>Q1 2026 – First Building Conversion Begins</a:t>
            </a:r>
          </a:p>
          <a:p>
            <a:r>
              <a:t>2027 – 25+ Buildings Converted, 500+ Owners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Fiscal Impact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new taxes: Reuses existing subsidy flows</a:t>
            </a:r>
          </a:p>
          <a:p>
            <a:r>
              <a:t>- Reduces reliance on shelters &amp; housing court</a:t>
            </a:r>
          </a:p>
          <a:p>
            <a:r>
              <a:t>- One-time admin cost: $3.2M</a:t>
            </a:r>
          </a:p>
          <a:p>
            <a:r>
              <a:t>- Estimated ROI over 10 years: 6:1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