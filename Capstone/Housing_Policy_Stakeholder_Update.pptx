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Housing Subsidy Reform &amp; Tenant Ownership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Stakeholder Update | February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Policy Reform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NYC faces a persistent housing crisis despite $3B+ in subsidies.</a:t>
            </a:r>
          </a:p>
          <a:p>
            <a:r>
              <a:t>• Rental subsidies trap tenants in dependency cycles without wealth-building opportunities.</a:t>
            </a:r>
          </a:p>
          <a:p>
            <a:r>
              <a:t>• The proposal transitions subsidies into pathways for ownership through co-ops, CLTs, and shared equity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Over-reliance on rental subsidies without ownership options.</a:t>
            </a:r>
          </a:p>
          <a:p>
            <a:r>
              <a:t>• Housing court abuse by landlords causing instability.</a:t>
            </a:r>
          </a:p>
          <a:p>
            <a:r>
              <a:t>• Thousands of vacant rent-stabilized units warehoused.</a:t>
            </a:r>
          </a:p>
          <a:p>
            <a:r>
              <a:t>• Lack of financial mechanisms for tenants to collectively purchase buildings.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Solutions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Right of First Refusal for Tenants.</a:t>
            </a:r>
          </a:p>
          <a:p>
            <a:r>
              <a:t>• Convert rental subsidies into homeownership support.</a:t>
            </a:r>
          </a:p>
          <a:p>
            <a:r>
              <a:t>• Pool tenant incentives &amp; down payment assistance.</a:t>
            </a:r>
          </a:p>
          <a:p>
            <a:r>
              <a:t>• Increase Community Land Trusts &amp; Limited Equity Co-ops.</a:t>
            </a:r>
          </a:p>
          <a:p>
            <a:r>
              <a:t>• Use NYC-backed financing to facilitate tenant buyouts.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&amp; Advocacy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Actively advocating with:</a:t>
            </a:r>
          </a:p>
          <a:p>
            <a:r>
              <a:t>   - Cooper Square Committee</a:t>
            </a:r>
          </a:p>
          <a:p>
            <a:r>
              <a:t>   - DHCR’s Tenant Protection Unit</a:t>
            </a:r>
          </a:p>
          <a:p>
            <a:r>
              <a:t>   - Manhattan DA Briggs</a:t>
            </a:r>
          </a:p>
          <a:p>
            <a:r>
              <a:t>   - NYC Council Member Carlina Rivera</a:t>
            </a:r>
          </a:p>
          <a:p>
            <a:r>
              <a:t>• Interviewed by NYC Public Advocate on landlord accountability.</a:t>
            </a:r>
          </a:p>
          <a:p>
            <a:r>
              <a:t>• Scheduled meeting with NYC Council Member Eric Botcher for policy mentorship.</a:t>
            </a:r>
          </a:p>
          <a:p>
            <a:r>
              <a:t>• Investigating corruption linked to NYC's Top 100 Worst Landlords.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Federal Engagement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Presenting policy reform to U.S. Senator Kirsten Gillibrand.</a:t>
            </a:r>
          </a:p>
          <a:p>
            <a:r>
              <a:t>• Assessing where federal funding realignment is needed.</a:t>
            </a:r>
          </a:p>
          <a:p>
            <a:r>
              <a:t>• Identifying legislative &amp; administrative changes for HCV &amp; subsidy allocation.</a:t>
            </a:r>
          </a:p>
          <a:p>
            <a:r>
              <a:t>• Refining policy with stakeholders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